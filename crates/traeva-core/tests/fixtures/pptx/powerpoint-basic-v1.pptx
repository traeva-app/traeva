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147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499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Second speaker note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First speaker note</a:t>
            </a:r>
          </a:p>
          <a:p>
            <a:r>
              <a:t>Note line two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body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title 中国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body</a:t>
            </a:r>
          </a:p>
          <a:p>
            <a:r>
              <a:t>Second paragraph 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</Words>
  <Application>Microsoft Macintosh PowerPoint</Application>
  <PresentationFormat>On-screen Show (4:3)</PresentationFormat>
  <Paragraphs>8</Paragraphs>
  <Slides>2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Second title</vt:lpstr>
      <vt:lpstr>First title 中国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TRAEVA PPTX Reader Synthetic Fixture</dc:title>
  <dc:subject/>
  <dc:creator>Traeva synthetic</dc:creator>
  <cp:keywords/>
  <dc:description>generated using python-pptx</dc:description>
  <cp:lastModifiedBy>Traeva synthetic</cp:lastModifiedBy>
  <cp:revision>1</cp:revision>
  <dcterms:created xsi:type="dcterms:W3CDTF">2026-10-11T00:00:00Z</dcterms:created>
  <dcterms:modified xsi:type="dcterms:W3CDTF">2026-10-11T18:24:20Z</dcterms:modified>
  <cp:category/>
</cp:coreProperties>
</file>