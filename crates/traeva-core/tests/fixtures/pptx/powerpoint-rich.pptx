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series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Synthetic A</c:v>
                </c:pt>
                <c:pt idx="1">
                  <c:v>Synthetic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97-8F4E-A2D1-6BFF81EF31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80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Second 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 speaker note</a:t>
            </a:r>
          </a:p>
          <a:p>
            <a:r>
              <a:t>Note line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First title </a:t>
            </a:r>
            <a:r>
              <a:rPr dirty="0" err="1"/>
              <a:t>中国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body</a:t>
            </a:r>
          </a:p>
          <a:p>
            <a:r>
              <a:t>Second paragraph 🦀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914400" cy="9144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3657600"/>
          <a:ext cx="2743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36576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t>OMITTED TABLE 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Macintosh PowerPoint</Application>
  <PresentationFormat>On-screen Show (4:3)</PresentationFormat>
  <Paragraphs>10</Paragraphs>
  <Slides>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Second title</vt:lpstr>
      <vt:lpstr>First title 中国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TRAEVA PPTX Reader Synthetic Fixture</dc:title>
  <dc:subject/>
  <dc:creator>Traeva synthetic</dc:creator>
  <cp:keywords/>
  <dc:description>generated using python-pptx</dc:description>
  <cp:lastModifiedBy>Traeva synthetic</cp:lastModifiedBy>
  <cp:revision>2</cp:revision>
  <dcterms:created xsi:type="dcterms:W3CDTF">2026-10-11T00:00:00Z</dcterms:created>
  <dcterms:modified xsi:type="dcterms:W3CDTF">2026-10-11T18:28:51Z</dcterms:modified>
  <cp:category/>
</cp:coreProperties>
</file>