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series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Synthetic A</c:v>
                </c:pt>
                <c:pt idx="1">
                  <c:v>Synthetic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中国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914400" cy="9144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3657600"/>
          <a:ext cx="27432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36576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OMITTED TABLE SECRET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Synthetic Reader Test</dc:creator>
  <cp:keywords/>
  <dc:description>generated using python-pptx</dc:description>
  <cp:lastModifiedBy>Synthetic Reader Test</cp:lastModifiedBy>
  <cp:revision>1</cp:revision>
  <dcterms:created xsi:type="dcterms:W3CDTF">2026-10-11T00:00:00Z</dcterms:created>
  <dcterms:modified xsi:type="dcterms:W3CDTF">2026-10-11T00:00:00Z</dcterms:modified>
  <cp:category/>
</cp:coreProperties>
</file>